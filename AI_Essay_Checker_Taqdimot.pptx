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SMART TELEGRAM PLATFORMA</a:t>
            </a:r>
          </a:p>
          <a:p>
            <a:pPr>
              <a:spcAft>
                <a:spcPts val="1500"/>
              </a:spcAft>
              <a:defRPr sz="4000" b="1">
                <a:solidFill>
                  <a:srgbClr val="F8FAFC"/>
                </a:solidFill>
              </a:defRPr>
            </a:pPr>
            <a:r>
              <a:t>AI IELTS Essay Checker Bot</a:t>
            </a:r>
          </a:p>
          <a:p>
            <a:pPr>
              <a:spcAft>
                <a:spcPts val="2500"/>
              </a:spcAft>
              <a:defRPr sz="1800">
                <a:solidFill>
                  <a:srgbClr val="94A3B8"/>
                </a:solidFill>
              </a:defRPr>
            </a:pPr>
            <a:r>
              <a:t>Tizim qanday ishlaydi, qanday xarajat talab qiladi va biznes sifatida qanday foyda keltiradi?</a:t>
            </a:r>
          </a:p>
          <a:p>
            <a:pPr>
              <a:defRPr sz="1400" i="1">
                <a:solidFill>
                  <a:srgbClr val="3B82F6"/>
                </a:solidFill>
              </a:defRPr>
            </a:pPr>
            <a:r>
              <a:t>Oddiy va tushunarli tilda: Loyiha asoschilari, o'qituvchilar va hamkorlar uchun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💡 Asosiy xulosa: 1 ta inshoni tekshirish tannarxi atigi 15-25 so'm (~$0.0015). Har bir tekshiruvdan 95%+ sof foyda marjasi!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01 / LOYIHANING ZARURATI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Muammo va Bizning Yechim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87171"/>
                </a:solidFill>
              </a:defRPr>
            </a:pPr>
            <a:r>
              <a:t>❌ Bugungi Muammo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O'qituvchilar vaqti cheklangan: </a:t>
            </a:r>
            <a:r>
              <a:rPr b="0">
                <a:solidFill>
                  <a:srgbClr val="94A3B8"/>
                </a:solidFill>
              </a:rPr>
              <a:t>1 ta inshoni chuqur tekshirish 10-15 daqiqa oladi. 50 ta o'quvchi bo'lsa, bu 10+ soat uzluksiz mehnat.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O'quvchilar uzoq kutishadi: </a:t>
            </a:r>
            <a:r>
              <a:rPr b="0">
                <a:solidFill>
                  <a:srgbClr val="94A3B8"/>
                </a:solidFill>
              </a:rPr>
              <a:t>Insho topshirilgach, javob olish uchun 2-4 kunlab kutishga to'g'ri keladi.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Xususiy tekshiruv qimmat: </a:t>
            </a:r>
            <a:r>
              <a:rPr b="0">
                <a:solidFill>
                  <a:srgbClr val="94A3B8"/>
                </a:solidFill>
              </a:rPr>
              <a:t>Malakali ustozlarga har bir inshoni tekshirtirish 15,000 - 30,000 so'm turadi.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Subyektiv baholash: </a:t>
            </a:r>
            <a:r>
              <a:rPr b="0">
                <a:solidFill>
                  <a:srgbClr val="94A3B8"/>
                </a:solidFill>
              </a:rPr>
              <a:t>Turli o'qituvchilar turli xil mezonlarda baholaydi, xatolar tushuntirilmay qolib ketadi.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10B981"/>
                </a:solidFill>
              </a:defRPr>
            </a:pPr>
            <a:r>
              <a:t>✅ Bizning AI Yechimimiz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15 soniyada to'liq tahlil: </a:t>
            </a:r>
            <a:r>
              <a:rPr b="0">
                <a:solidFill>
                  <a:srgbClr val="94A3B8"/>
                </a:solidFill>
              </a:rPr>
              <a:t>O'quvchi insho yuborgan zahoti AI barcha qismlarni lahzada tekshirib beradi.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Rasmiy IELTS mezonlari: </a:t>
            </a:r>
            <a:r>
              <a:rPr b="0">
                <a:solidFill>
                  <a:srgbClr val="94A3B8"/>
                </a:solidFill>
              </a:rPr>
              <a:t>Task Achievement, Coherence, Lexical Resource va Grammar bo'yicha Band 0-9 ballar.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Xatolarni aniq ko'rsatish: </a:t>
            </a:r>
            <a:r>
              <a:rPr b="0">
                <a:solidFill>
                  <a:srgbClr val="94A3B8"/>
                </a:solidFill>
              </a:rPr>
              <a:t>Qaysi gapda xato bor, nima uchun xato va qanday to'g'rilash kerakligi ko'rsatiladi.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• Namunaviy 8.0/9.0 insho: </a:t>
            </a:r>
            <a:r>
              <a:rPr b="0">
                <a:solidFill>
                  <a:srgbClr val="94A3B8"/>
                </a:solidFill>
              </a:rPr>
              <a:t>O'quvchining o'z fikrlarini saqlagan holda namunaviy yuqori balli versiya yozib beriladi.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02 / FOYDALANUVCHI TAJRIBASI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Bot Qanday Ishlaydi? (4 Oddiy Qadam)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920240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Inshoni Yuborish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O'quvchi Telegram guruhda yoki shaxsiy chatda #essay deb inshosini yozadi yoki rasm/matn tarzida jo'natadi.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92024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Aqlli Navbat &amp; Filtr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Tizim bir zumda javob beradi: 'Qabul qilindi! Navbatingiz: 1-o'rin'. Guruhda shovqin bo'lmaydi.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0" y="1920240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AI Tahlili (Groq/OpenAI)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Sun'iy intellekt matnni 4 ta IELTS mezoni bo'yicha grammatik va leksik tahlildan o'tkazadi.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0" y="192024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Shaxsiyga Natija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O'quvchining lichkasiga ballar, qizil xatolar, tavsiyalar va namunaviy Band 8.5 insho yuboriladi.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03 / TEXNOLOGIK USTUNLIKLAR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Nima Uchun Ushbu Bot Boshqalardan Ustun?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🔒 Guruh Maxfiyligi (Privacy Mode)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Guruhda faqat qisqa baho stikeri/badge chiqadi. Xatolar va kamchiliklar faqat o'quvchining shaxsiyiga yuboriladi (o'quvchi uyalmaydi, guruh esa toza qoladi).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⚡️ 24 Soatlik Aqlli Kesh (Smart Cache)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Agar o'quvchi bir xil inshoni qayta jo'natsa, tizim AI ga bormasdan bazadan chiqaradi. Bu sun'iy intellekt xarajatini 40-70% gacha tejaydi!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👨‍🏫 O'qituvchi Kabineti &amp; Excel Tahlil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O'qituvchi /topic komandasi orqali mavzu beradi. O'quvchilar natijalarini umumlashtirib, chiroyli Excel va PDF hisobot ko'rinishida yuklab oladi.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🛡 Barqaror Navbat (Queue &amp; Worker Pool)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Bir vaqtning o'zida 1,000 ta talaba insho yuborsa ham bot 'qotib' qolmaydi. Navbat tizimi orqali har biriga ketma-ket, uzilishsiz xizmat ko'rsatiladi.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04 / MOLIYAVIY HISOB-KITOBLAR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Texnik Xarajatlar Tahlili (Bir Insho Qanchaga Tushadi?)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Groq (Llama 3.3 70B)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Ultra-tezkor &amp; Bepul/Arzon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 ta insho narxi: </a:t>
            </a:r>
            <a:r>
              <a:rPr b="0">
                <a:solidFill>
                  <a:srgbClr val="10B981"/>
                </a:solidFill>
              </a:rPr>
              <a:t>~15 - 25 so'm ($0.0015)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1,000 ta insho: </a:t>
            </a:r>
            <a:r>
              <a:rPr b="0">
                <a:solidFill>
                  <a:srgbClr val="10B981"/>
                </a:solidFill>
              </a:rPr>
              <a:t>taxminan 20,000 so'm ($1.5)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Tezlik: </a:t>
            </a:r>
            <a:r>
              <a:rPr b="0">
                <a:solidFill>
                  <a:srgbClr val="94A3B8"/>
                </a:solidFill>
              </a:rPr>
              <a:t>3-5 soniya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Bepul limit: </a:t>
            </a:r>
            <a:r>
              <a:rPr b="0">
                <a:solidFill>
                  <a:srgbClr val="94A3B8"/>
                </a:solidFill>
              </a:rPr>
              <a:t>Kuniga bir necha yuz insho mutlaqo bepul!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745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OpenAI (GPT-4o-mini)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Optimal &amp; Sifatli Muvozanat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 ta insho narxi: </a:t>
            </a:r>
            <a:r>
              <a:rPr b="0">
                <a:solidFill>
                  <a:srgbClr val="10B981"/>
                </a:solidFill>
              </a:rPr>
              <a:t>~20 so'm ($0.0016)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1,000 ta insho: </a:t>
            </a:r>
            <a:r>
              <a:rPr b="0">
                <a:solidFill>
                  <a:srgbClr val="10B981"/>
                </a:solidFill>
              </a:rPr>
              <a:t>taxminan 20,000 so'm ($1.6)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Tezlik: </a:t>
            </a:r>
            <a:r>
              <a:rPr b="0">
                <a:solidFill>
                  <a:srgbClr val="94A3B8"/>
                </a:solidFill>
              </a:rPr>
              <a:t>6-10 soniya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Afzalligi: </a:t>
            </a:r>
            <a:r>
              <a:rPr b="0">
                <a:solidFill>
                  <a:srgbClr val="94A3B8"/>
                </a:solidFill>
              </a:rPr>
              <a:t>Mukammal grammatik va leksik aniqlik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745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OpenAI (GPT-4o Flagman)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Eng Yuqori Premium Sifat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 ta insho narxi: </a:t>
            </a:r>
            <a:r>
              <a:rPr b="0">
                <a:solidFill>
                  <a:srgbClr val="10B981"/>
                </a:solidFill>
              </a:rPr>
              <a:t>~300 so'm ($0.025)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1,000 ta insho: </a:t>
            </a:r>
            <a:r>
              <a:rPr b="0">
                <a:solidFill>
                  <a:srgbClr val="10B981"/>
                </a:solidFill>
              </a:rPr>
              <a:t>taxminan 300,000 so'm ($25)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Tezlik: </a:t>
            </a:r>
            <a:r>
              <a:rPr b="0">
                <a:solidFill>
                  <a:srgbClr val="94A3B8"/>
                </a:solidFill>
              </a:rPr>
              <a:t>10-15 soniya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</a:defRPr>
            </a:pPr>
            <a:r>
              <a:t>Qo'llanishi: </a:t>
            </a:r>
            <a:r>
              <a:rPr b="0">
                <a:solidFill>
                  <a:srgbClr val="94A3B8"/>
                </a:solidFill>
              </a:rPr>
              <a:t>Faqat VIP / pullik foydalanuvchilar uchun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🌐 Server (VPS/Render): $0 - $5/oy  |  🗄 Ma'lumotlar bazasi (Supabase): $0 (50,000 foydalanuvchigacha bepul)  |  🤖 Telegram Bot API: $0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05 / AMALIY BYUDJET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Har Xil O'quvchilar Soni Bo'yicha Oylik Xarajat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194560"/>
                <a:gridCol w="2194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Oylik Ko'lam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Server Xarajati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Baza (Supabase)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AI Xarajati (Groq/Mini)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Jami Oylik Xarajat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Boshlang'ich (500 insho/oy)</a:t>
                      </a:r>
                      <a:br/>
                      <a:r>
                        <a:t>~100 ta o'quvchi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$0 (Render bepul)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$0 (Bepul)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~$1.0 (13,000 so'm)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~$1.0 (13,000 so'm)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O'rta hajm (2,500 insho/oy)</a:t>
                      </a:r>
                      <a:br/>
                      <a:r>
                        <a:t>~500 ta o'quvchi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$5 (Arzon VPS/Cloud)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$0 (Bepul)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~$4.0 (52,000 so'm)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~$9.0 (115,000 so'm)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Katta maktab (10,000 insho/oy)</a:t>
                      </a:r>
                      <a:br/>
                      <a:r>
                        <a:t>~2,000 ta o'quvchi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$7 (Kuchli VPS)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$0 (Bepul)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~$15.0 (195,000 so'm)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~$22.0 (280,000 so'm)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🎯 Asosiy Xulosa va Tejamkorlik Ko'rsatkichi: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Hatto 10,000 ta insho tekshirilganda ham oylik barcha texnik xarajatlar $25 (300 ming so'm) atrofida bo'ladi!</a:t>
            </a:r>
            <a:br/>
            <a:r>
              <a:t>• Bironta o'qituvchining maoshi yoki ish vaqti bu darajada tejamkor va kengayuvchan (scalable) bo'la olmaydi.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06 / DAROMAD MANBALARI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Monetizatsiya va Biznes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B82F6"/>
                </a:solidFill>
              </a:defRPr>
            </a:pPr>
            <a:r>
              <a:t>⭐️ Telegram Stars Paketlari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Foydalanuvchi to'g'ridan-to'g'ri Telegram orqali xarid qiladi:</a:t>
            </a:r>
            <a:br/>
            <a:r>
              <a:t>• 3 ta insho — 15 Stars (~$0.30)</a:t>
            </a:r>
            <a:br/>
            <a:r>
              <a:t>• 10 ta insho — 35 Stars (~$0.70)</a:t>
            </a:r>
            <a:br/>
            <a:r>
              <a:t>• 30 ta insho — 75 Stars (~$1.50)</a:t>
            </a:r>
            <a:br/>
            <a:r>
              <a:t>Hech qanday murakkab to'lov tizimi shart emas, barchasi Telegram ichida!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🏫 B2B Obuna (O'quv Markazlari)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IELTS markazlar o'z guruhlariga botni ulab berish uchun oylik to'lov to'laydi:</a:t>
            </a:r>
            <a:br/>
            <a:r>
              <a:t>• 1 ta guruh uchun oyiga: 150,000 - 300,000 so'm</a:t>
            </a:r>
            <a:br/>
            <a:r>
              <a:t>• 10 ta o'quv markazi = oyiga 2 - 3 million so'm passiv daromad!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6B6D4"/>
                </a:solidFill>
              </a:defRPr>
            </a:pPr>
            <a:r>
              <a:t>🎁 Referal (Do'stini Taklif Qilish)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Organik va bepul o'sish:</a:t>
            </a:r>
            <a:br/>
            <a:r>
              <a:t>O'quvchi o'z havolasi bilan do'stini taklif qilsa, unga bepul qo'shimcha insho beriladi. Bot hech qanday reklama xarajatisiz virusli tarqaladi.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07 /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Rentabellik: Har 1 ta Inshodan Qancha Qoladi?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94A3B8"/>
                </a:solidFill>
              </a:defRPr>
            </a:pPr>
            <a:r>
              <a:t>Tushum (1 insho)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3B82F6"/>
                </a:solidFill>
              </a:defRPr>
            </a:pPr>
            <a:r>
              <a:t>650 - 1,300 so'm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(Telegram Stars orqali $0.05 - $0.10 sotiladi)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94A3B8"/>
                </a:solidFill>
              </a:defRPr>
            </a:pPr>
            <a:r>
              <a:t>Tannarx (AI + Server)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F87171"/>
                </a:solidFill>
              </a:defRPr>
            </a:pPr>
            <a:r>
              <a:t>20 - 25 so'm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(AI API sarfi ~$0.0015)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94A3B8"/>
                </a:solidFill>
              </a:defRPr>
            </a:pPr>
            <a:r>
              <a:t>Sof Foyda (1 inshodan)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10B981"/>
                </a:solidFill>
              </a:defRPr>
            </a:pPr>
            <a:r>
              <a:t>630 - 1,275 so'm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(Har bitta inshodan sof tushum)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94A3B8"/>
                </a:solidFill>
              </a:defRPr>
            </a:pPr>
            <a:r>
              <a:t>Foyda Marjasi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95% - 98%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(Klassik bizneslarda kamdan-kam ko'rinadigan ko'rsatkich)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6984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💰 Oylik Moliyaviy Potensial: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Agar oyiga 3,000 ta pullik insho tekshirilsa: ~2,500,000 - 3,500,000 so'm sof daromad.</a:t>
            </a:r>
            <a:br/>
            <a:r>
              <a:t>• Xarajat esa bor-yo'g'i ~80,000 so'mni tashkil etadi.</a:t>
            </a:r>
            <a:br/>
            <a:r>
              <a:t>• Bot 1 marta ishga tushirilsa, keyin inson omilisiz to'liq avtomatik rejimda ishlaydi!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08 / KEYINGI BOSQICHLAR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Xulosa va Rivojlantirish Qadamlari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10B981"/>
                </a:solidFill>
              </a:defRPr>
            </a:pPr>
            <a:r>
              <a:t>🏆 Loyihaning Yutuqlari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Tayyor va sinovdan o'tgan: </a:t>
            </a:r>
            <a:r>
              <a:rPr b="0">
                <a:solidFill>
                  <a:srgbClr val="94A3B8"/>
                </a:solidFill>
              </a:rPr>
              <a:t>Tizim to'liq yozilgan, arxitekturasi asinxron va minglab yuklamalarga chidamli.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Nolga teng boshlang'ich risk: </a:t>
            </a:r>
            <a:r>
              <a:rPr b="0">
                <a:solidFill>
                  <a:srgbClr val="94A3B8"/>
                </a:solidFill>
              </a:rPr>
              <a:t>Bepul AI va server imkoniyatlari orqali $0 boshlang'ich byudjet bilan ishga tushirish mumkin.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O'qituvchilar uchun haqiqiy najot: </a:t>
            </a:r>
            <a:r>
              <a:rPr b="0">
                <a:solidFill>
                  <a:srgbClr val="94A3B8"/>
                </a:solidFill>
              </a:rPr>
              <a:t>Ustozlarning insho tekshirishdagi mashaqqatli 90% vaqtini tejab beradi.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Global masshtablash oson: </a:t>
            </a:r>
            <a:r>
              <a:rPr b="0">
                <a:solidFill>
                  <a:srgbClr val="94A3B8"/>
                </a:solidFill>
              </a:rPr>
              <a:t>O'zbekiston, MDH yoki butun dunyo IELTS auditoriyasiga oson moslashtiriladi.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6B6D4"/>
                </a:solidFill>
              </a:defRPr>
            </a:pPr>
            <a:r>
              <a:t>🚀 Keyingi Qadamlar (Reja)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➔ 1. O'quv markazlar bilan pilot loyiha: </a:t>
            </a:r>
            <a:r>
              <a:rPr b="0">
                <a:solidFill>
                  <a:srgbClr val="94A3B8"/>
                </a:solidFill>
              </a:rPr>
              <a:t>3-5 ta yetakchi o'quv markazning guruhlariga botni sinov uchun ulab berish.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➔ 2. O'quvchilar bazasini kengaytirish: </a:t>
            </a:r>
            <a:r>
              <a:rPr b="0">
                <a:solidFill>
                  <a:srgbClr val="94A3B8"/>
                </a:solidFill>
              </a:rPr>
              <a:t>IELTS Telegram kanallar va referal dastur orqali o'quvchilar sonini 5,000+ ga yetkazish.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➔ 3. Telegram Mini App (Web App): </a:t>
            </a:r>
            <a:r>
              <a:rPr b="0">
                <a:solidFill>
                  <a:srgbClr val="94A3B8"/>
                </a:solidFill>
              </a:rPr>
              <a:t>Keyingi bosqichda insho tahlilini yanada interaktiv va zamonaviy veb-interfeysda ko'rsatish.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➔ 4. Ovozli &amp; Listening tahlillar: </a:t>
            </a:r>
            <a:r>
              <a:rPr b="0">
                <a:solidFill>
                  <a:srgbClr val="94A3B8"/>
                </a:solidFill>
              </a:rPr>
              <a:t>IELTS Speaking va Listening modullarini ham sun'iy intellekt orqali qamrab olish.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